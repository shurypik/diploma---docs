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936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80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36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45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71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96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72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797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08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5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2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89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50A94-6F6C-46B6-AF73-508DB7005FBB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CE800-7A47-4557-9BCD-0BD0510C72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236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46" y="-175097"/>
            <a:ext cx="11570589" cy="723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3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5" y="-136187"/>
            <a:ext cx="11579807" cy="723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9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37186"/>
            <a:ext cx="12403820" cy="775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2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1481" y="-524231"/>
            <a:ext cx="12853481" cy="80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7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5911"/>
            <a:ext cx="11926111" cy="745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85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8" y="-182391"/>
            <a:ext cx="11575915" cy="723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4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2920"/>
            <a:ext cx="11983582" cy="748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9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2374" y="-292640"/>
            <a:ext cx="12757906" cy="797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4</cp:revision>
  <dcterms:created xsi:type="dcterms:W3CDTF">2026-04-14T11:43:31Z</dcterms:created>
  <dcterms:modified xsi:type="dcterms:W3CDTF">2026-04-14T11:51:05Z</dcterms:modified>
</cp:coreProperties>
</file>